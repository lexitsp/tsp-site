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bd9021ef7948cb" /><Relationship Type="http://schemas.openxmlformats.org/officeDocument/2006/relationships/extended-properties" Target="/docProps/app.xml" Id="Rc92edc680cfe470e" /><Relationship Type="http://schemas.openxmlformats.org/officeDocument/2006/relationships/officeDocument" Target="/ppt/presentation.xml" Id="Rdeb21c88911543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f09469f6e948d0"/>
  </p:sldMasterIdLst>
  <p:notesMasterIdLst>
    <p:notesMasterId xmlns:r="http://schemas.openxmlformats.org/officeDocument/2006/relationships" r:id="R89c45088184f4edc"/>
  </p:notesMasterIdLst>
  <p:sldIdLst>
    <p:sldId xmlns:r="http://schemas.openxmlformats.org/officeDocument/2006/relationships" id="256" r:id="Rb5a7b0afbcec4ce9"/>
    <p:sldId xmlns:r="http://schemas.openxmlformats.org/officeDocument/2006/relationships" id="257" r:id="Rfb23115bf6ed4241"/>
    <p:sldId xmlns:r="http://schemas.openxmlformats.org/officeDocument/2006/relationships" id="258" r:id="Re9f54b5b52ee4515"/>
    <p:sldId xmlns:r="http://schemas.openxmlformats.org/officeDocument/2006/relationships" id="259" r:id="R4282243c8d22426f"/>
    <p:sldId xmlns:r="http://schemas.openxmlformats.org/officeDocument/2006/relationships" id="260" r:id="R3e6b5f42692b42ff"/>
    <p:sldId xmlns:r="http://schemas.openxmlformats.org/officeDocument/2006/relationships" id="261" r:id="R9f1ec8baa65b49e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f09469f6e948d0" /><Relationship Type="http://schemas.openxmlformats.org/officeDocument/2006/relationships/theme" Target="/ppt/theme/theme1.xml" Id="Re35e176f98df47c2" /><Relationship Type="http://schemas.openxmlformats.org/officeDocument/2006/relationships/notesMaster" Target="/ppt/notesMasters/notesMaster1.xml" Id="R89c45088184f4edc" /><Relationship Type="http://schemas.openxmlformats.org/officeDocument/2006/relationships/presProps" Target="/ppt/presProps.xml" Id="R38fc00b86e5a420c" /><Relationship Type="http://schemas.openxmlformats.org/officeDocument/2006/relationships/viewProps" Target="/ppt/viewProps.xml" Id="R9aaa23544cd146f1" /><Relationship Type="http://schemas.openxmlformats.org/officeDocument/2006/relationships/tableStyles" Target="/ppt/tableStyles.xml" Id="Rcdc1681a7d804258" /><Relationship Type="http://schemas.openxmlformats.org/officeDocument/2006/relationships/slide" Target="/ppt/slides/slide1.xml" Id="Rb5a7b0afbcec4ce9" /><Relationship Type="http://schemas.openxmlformats.org/officeDocument/2006/relationships/slide" Target="/ppt/slides/slide2.xml" Id="Rfb23115bf6ed4241" /><Relationship Type="http://schemas.openxmlformats.org/officeDocument/2006/relationships/slide" Target="/ppt/slides/slide3.xml" Id="Re9f54b5b52ee4515" /><Relationship Type="http://schemas.openxmlformats.org/officeDocument/2006/relationships/slide" Target="/ppt/slides/slide4.xml" Id="R4282243c8d22426f" /><Relationship Type="http://schemas.openxmlformats.org/officeDocument/2006/relationships/slide" Target="/ppt/slides/slide5.xml" Id="R3e6b5f42692b42ff" /><Relationship Type="http://schemas.openxmlformats.org/officeDocument/2006/relationships/slide" Target="/ppt/slides/slide6.xml" Id="R9f1ec8baa65b49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94566e7047e4b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5ea81ae80649a6" /><Relationship Type="http://schemas.openxmlformats.org/officeDocument/2006/relationships/notesMaster" Target="/ppt/notesMasters/notesMaster1.xml" Id="R376fbef21c1140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194526dcc346e1" /><Relationship Type="http://schemas.openxmlformats.org/officeDocument/2006/relationships/notesMaster" Target="/ppt/notesMasters/notesMaster1.xml" Id="Rc6db904842e545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bc76185645418f" /><Relationship Type="http://schemas.openxmlformats.org/officeDocument/2006/relationships/notesMaster" Target="/ppt/notesMasters/notesMaster1.xml" Id="R45236bac82504b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671f12c4fd44f7" /><Relationship Type="http://schemas.openxmlformats.org/officeDocument/2006/relationships/notesMaster" Target="/ppt/notesMasters/notesMaster1.xml" Id="R29026022a44a45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1ed31757c94fc8" /><Relationship Type="http://schemas.openxmlformats.org/officeDocument/2006/relationships/notesMaster" Target="/ppt/notesMasters/notesMaster1.xml" Id="R5ddd80b8828d4f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8e6ed9d89f4818" /><Relationship Type="http://schemas.openxmlformats.org/officeDocument/2006/relationships/notesMaster" Target="/ppt/notesMasters/notesMaster1.xml" Id="R282fb4d9daba49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5b85339ed141b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edd0d0a74ce4949" /><Relationship Type="http://schemas.openxmlformats.org/officeDocument/2006/relationships/slideLayout" Target="/ppt/slideLayouts/slideLayout2.xml" Id="R184a05afec434b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4a05afec434b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90562d8aad456f" /><Relationship Type="http://schemas.openxmlformats.org/officeDocument/2006/relationships/notesSlide" Target="/ppt/notesSlides/notesSlide1.xml" Id="Rc425dcc89b3048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19c3cd41f647ad" /><Relationship Type="http://schemas.openxmlformats.org/officeDocument/2006/relationships/notesSlide" Target="/ppt/notesSlides/notesSlide2.xml" Id="Re4c5713044bb43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706d2d46964bb7" /><Relationship Type="http://schemas.openxmlformats.org/officeDocument/2006/relationships/notesSlide" Target="/ppt/notesSlides/notesSlide3.xml" Id="Re9355ddc5e9f48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89bdc72ef34600" /><Relationship Type="http://schemas.openxmlformats.org/officeDocument/2006/relationships/notesSlide" Target="/ppt/notesSlides/notesSlide4.xml" Id="Re16c04d7db2248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ec02fde4bc4ce7" /><Relationship Type="http://schemas.openxmlformats.org/officeDocument/2006/relationships/notesSlide" Target="/ppt/notesSlides/notesSlide5.xml" Id="R57653e46b38f44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daee39b5ae4e5f" /><Relationship Type="http://schemas.openxmlformats.org/officeDocument/2006/relationships/notesSlide" Target="/ppt/notesSlides/notesSlide6.xml" Id="R10b7658383814e8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F07F37-5075-4E87-8979-6AF22ED0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AF434-114C-4891-9CAA-8447E45B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C160B-53B8-42F5-9E76-D3F9AABB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SHOW THE CLIFF, SELL THE RECEIPT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169B1-3062-4040-8E75-8B7C129F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143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E7AE6-A2F6-4AA1-9B30-893A3830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solidFill>
              <a:srgbClr val="D9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C76DF-2AE8-4A09-B7DD-1CDCA52B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Trust Standard Protocol · free standard + optional paid pilots · public alpha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FA005-4F12-4108-8CCD-1ED8E272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4365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ai_act_august_2_2026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7C753-6F0D-420C-989C-7990FFEE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AI Act exposed missing infrastructure.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55890-A329-442E-B074-F5DED51E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647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Businesses, regulators, compliance officers and users all need the same object: a signed, inspectable receipt for what an AI system actually did.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19237-9BD0-4546-BB95-0F8899E1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7D51B-3313-44C1-AC34-60999281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1962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2 August pressure marker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C447E-C5A6-439D-A200-A63B2AFC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9570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06733-A834-46E2-9FB6-3B32FEBC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62375"/>
            <a:ext cx="1962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staged high-risk timeline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48483-F544-45F8-B3E1-4BE1AF24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957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760E1-A4A0-443F-AEE8-49A8F1DC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62375"/>
            <a:ext cx="2152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evidence clock running now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56190-535A-445F-ADC6-75258329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430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4F972C-47F1-48E9-8C54-F3694A5F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5049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TrustEnvelope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D3E7F3-BAC4-4390-BA81-C71BDFE9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52625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2EE30-F063-4F35-90D1-376FBF52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479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source declaration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B63A42-20F5-4BE4-8D71-BF6BB269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24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A90808-7880-4E09-BD41-8C917D1A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098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model/process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E4CFFE-5727-470A-8F70-85A59BE1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901D0B-FCA5-456D-A7A1-6D43B0F0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71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timestamp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53FCB2-9D16-42AD-B31E-8977C219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48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376976-5D84-4FE1-939B-A23CF4C2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Ed25519 signature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E92FE2-2FA4-4E20-B82F-436C11CD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09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AA95DC-354E-4E59-B2A1-70E03263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957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SHA-256 hash chain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29A61E-8DBB-415C-A1A3-976637B3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71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4EF575-AEFD-4F88-8002-01B69598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576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independent verifier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2467F9-D5C8-432C-A11F-8B27F18F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33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256028-D92E-45E7-8349-02FFA32F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Positioning: serious candidate for the de-facto AI evidence layer. Not EU-approved. Not a compliance guarantee.</a:t>
            </a:r>
          </a:p>
        </p:txBody>
      </p:sp>
    </p:spTree>
    <p:extLst>
      <p:ext uri="{BB962C8B-B14F-4D97-AF65-F5344CB8AC3E}">
        <p14:creationId xmlns:p14="http://schemas.microsoft.com/office/powerpoint/2010/main" val="16573792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C223F6-9FD5-4324-AADA-50D80A3D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2B921-02FB-454F-A7A0-81A0BF61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FC805-5E9D-4852-965C-9AC59B31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CLIFF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6C105-3150-47AA-B6C1-2047F6F7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143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11038-0165-4C46-A5CD-7E33DCE0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solidFill>
              <a:srgbClr val="D9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087F8-5AAF-49DF-932E-DD8DA530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Trust Standard Protocol · free standard + optional paid pilots · public alpha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0ACFB-C534-4AEF-87DE-D47974C2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4365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ai_act_august_2_2026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91432E-B92B-4ADC-9873-14BD972F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postponements prove the market is not ready.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7D2E1-EDB3-4B6C-804B-6FC443E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safe campaign frame is not “everything starts on 2 August.” It is sharper: the evidence clock is running because tools, standards and operational evidence are still catching up.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72ECF-3082-4BB6-B8BC-B069E235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2422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solidFill>
              <a:srgbClr val="D9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1D301-D1F0-481B-9E86-0C0702E7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0E863-D465-49F6-859C-09897412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2 Aug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901F0-DFD1-4818-A67A-84A58DE3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81350"/>
            <a:ext cx="575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Broad application pressure marker; transparency rules are live on the Commission timeline.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BB11F-19F7-4D54-A16B-F2CF3054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0527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solidFill>
              <a:srgbClr val="D9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FA4809-589D-4D43-A36F-846A8970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624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DFEE8C-E90F-4FE4-990B-8967A41E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2 Dec 2027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01F0DC-320B-4E63-9D72-757F0361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62400"/>
            <a:ext cx="575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New political agreement points to later application for several high-risk areas.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ECCEC-4AAF-4A0A-97BF-E08BDD03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86325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solidFill>
              <a:srgbClr val="D9DE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A3F936-AFA5-433F-8AFE-147FAEBB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26C364-8345-4553-A6E3-779DBE2A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2 Aug 2028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96C518-CBF0-4003-8765-F864AF02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43450"/>
            <a:ext cx="575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Product-integrated high-risk systems keep a longer transition period.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7D5C1C-0C61-4477-BDBB-98555ED1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71600"/>
            <a:ext cx="238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066903-FCF8-4F97-ACFC-287662DA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573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ART. 99 CEILING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E947B2-4103-42A1-97AD-A1DBDBA3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621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rPr>
              <a:t>€35M / 7%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20048B-4712-4081-9C3D-AE29BE32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003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for prohibited practices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54771C-52F1-40FD-A9EB-B3A40A5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00350"/>
            <a:ext cx="161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solidFill>
              <a:srgbClr val="D9DE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665BC6-F41B-4636-938A-B9F87C79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861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€15M / 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A64661-232B-4206-B387-172E5D0D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24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for selected operator and transparency infringements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E6C852-0B8A-4DE4-8CD4-0198F9A8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Conclusion: build evidence during the window, not after it.</a:t>
            </a:r>
          </a:p>
        </p:txBody>
      </p:sp>
    </p:spTree>
    <p:extLst>
      <p:ext uri="{BB962C8B-B14F-4D97-AF65-F5344CB8AC3E}">
        <p14:creationId xmlns:p14="http://schemas.microsoft.com/office/powerpoint/2010/main" val="11883316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D801D9-2DEE-431F-8FB4-70CB45E2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569B5-CE55-4A55-8D85-6738D856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35551-45FF-4F20-B1D0-D3DCC107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RECEIPT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8B28A-F61D-4EF4-AF6B-929EC2F9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143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C6BCC-6530-40FC-94CC-D93F50A4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solidFill>
              <a:srgbClr val="D9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9906F-5605-4806-A72E-B435B29C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Trust Standard Protocol · free standard + optional paid pilots · public alpha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49D04-5B57-4903-880B-289B8FC6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4365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ai_act_august_2_2026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4EAD0-6FB5-46B8-AE71-4DE55B7D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Policies are not runtime evidence. Receipts are.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5A43B-BC5C-43FD-8C0F-EC9F3E0B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TSP narrows the problem to an inspectable artifact: source, process, timestamp, signature, hash chain and verifier.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B81A9-4FB8-4FA7-9D2E-E0A9A813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3714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B4B77-0407-483F-8C18-2CF5C3D4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AI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40590-8829-4C23-BAD2-C28323FB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Plain text alone is a claim. It does not prove which source, process or policy produced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13427-3CF2-47FC-961F-4FA6202F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24150"/>
            <a:ext cx="8763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15192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BF577-B85F-48EF-8DA3-393DCBD1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5052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wrap()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30749-8A5C-415E-A2B3-E4564E7C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3429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74DF07-D211-4169-B48E-3E30E4A1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908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TrustEnvelope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29B70-3D91-4B6A-85DD-2305E5E2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1000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declaration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E96EB8-7409-4F47-ACD0-ECA45F93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432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source pointer + citations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979BB5-5B7D-42A8-909A-7A9CEAFF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48050"/>
            <a:ext cx="1000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process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36BE07-8C35-4B78-A12E-849CA175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480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model/version/policy metadata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3C157E-3937-4C4F-9CE1-40311831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52850"/>
            <a:ext cx="1000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timestamp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8A21E3-B833-491E-AF1D-BEF4E77A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528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claimed time + TSA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144E5B-A2E4-488B-AA53-90FA98E3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57650"/>
            <a:ext cx="1000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ledger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48F5D4-C532-4719-8B26-CBE9D44E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576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UUIDv7 + hash chain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8208EB-6CF8-4FD4-B894-A9AE255E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62450"/>
            <a:ext cx="1000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signatures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A5D862-6005-4B6E-BBA3-4CB6B8C6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624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Ed25519 over canonical JSON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9954D1-A469-47E4-A20E-BE18C62B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67250"/>
            <a:ext cx="1000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3E9DED-3599-4950-B6F8-23D904B2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672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offline inspection path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0DA8EE-2949-4BB4-947E-52109459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9525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117771-1096-4CE7-B17D-E83B2886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4B4C7F-6CAA-44DF-A231-3A06A44B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76850"/>
            <a:ext cx="916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trust flip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108510-3FE9-4209-B550-FACC9E7D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00700"/>
            <a:ext cx="916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If an AI answer affects a person, they should be able to inspect its receipt. An AI product without a signed receipt should start to feel weaker in procurement and less trusted by users.</a:t>
            </a:r>
          </a:p>
        </p:txBody>
      </p:sp>
    </p:spTree>
    <p:extLst>
      <p:ext uri="{BB962C8B-B14F-4D97-AF65-F5344CB8AC3E}">
        <p14:creationId xmlns:p14="http://schemas.microsoft.com/office/powerpoint/2010/main" val="10167319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45B92E-EDF9-4005-A4A4-FA265875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E2148-2439-4140-BFBD-55D54B67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F2043-765B-457A-9845-A520C584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COMMERCIAL CONVERSION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3378A-9BF3-4DD7-ADBF-5B19F536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143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79474-F2E5-4B9F-840D-67B269CF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solidFill>
              <a:srgbClr val="D9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AC48D-8ED5-4F3F-A1E2-10123FB4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Trust Standard Protocol · free standard + optional paid pilots · public alpha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D9A22-816D-4B0D-8467-EE61CD58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4365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ai_act_august_2_2026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B5DA8-D32A-4094-98CB-B6576AB4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762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Sell a 30-day pilot around one signed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C7B73-14CC-4437-A46B-96E36807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conversion path is deliberately small: do not sell “AI Act compliance.” Sell the first inspectable evidence pack.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4E970-0E7E-4A4B-AF7E-4B9A156F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286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04BC7-089B-4594-B46B-CA9A83E9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51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1F0F2-6600-4F01-AC16-B5D00859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Pick one AI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CAA85-10E7-4EC4-84F0-F0427507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 customer, employee, citizen or buyer-facing AI output.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F1E83-7826-4774-B1A9-0B6D3713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2286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E09D74-0863-4A5E-B780-821ADD54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43250"/>
            <a:ext cx="51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A399C2-C00E-412D-B1A7-FA3F18A5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957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Install SDK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F6CA9F-6AD1-49E5-94AD-C996AD66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76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Wrap the output and publish the manifest.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EACB0-02FF-43EC-BD33-445489AB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52750"/>
            <a:ext cx="2286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A65475-48C5-4C89-A144-9C6F67E9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51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8B097-1C75-47F2-B7FD-A71CCA22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Run tamper 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27FFE7-78ED-41CD-B57F-942F0660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76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Change one character and show verification fail.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F52891-A648-424F-803F-F692813B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52750"/>
            <a:ext cx="2286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CFE97E-0E26-4CBD-8607-597B03C4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43250"/>
            <a:ext cx="51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632B54-3B23-4937-92FB-2E5FAA15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957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Produce evidence pack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3AE8DF-DEC4-4D72-927A-51962713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76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Give compliance the artifact, not a screenshot.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C8DA87-8A72-4011-BC1E-FB8DA9C8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838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F3C7C9-6CE5-4B43-AC32-1F14E584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B9E342-7F82-438E-887F-30602441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Free wedge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06DBDD-681E-4A9B-8D19-F0C81500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Open spec, MIT SDK, TrustBadge, playground and local verification.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701C0A-94EA-481D-A356-CEFA777B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4838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989A1B-9466-459B-B56E-7FBE244F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D07077-9CD5-49E1-8492-B718B304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2445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Paid wedge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BD1973-9FF2-4408-927D-34E9B0D7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4830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Risk, Evidence and Oversight pilots when teams want the operational layer handled.</a:t>
            </a:r>
          </a:p>
        </p:txBody>
      </p:sp>
    </p:spTree>
    <p:extLst>
      <p:ext uri="{BB962C8B-B14F-4D97-AF65-F5344CB8AC3E}">
        <p14:creationId xmlns:p14="http://schemas.microsoft.com/office/powerpoint/2010/main" val="876006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0FC842-1A10-4F37-8608-E6A53D29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D0EBB-F536-4DAC-9129-15988593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A85D4-9B12-40BE-A7ED-45747F3E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POLICY AND PROCUREMENT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44862-0BE1-4898-905F-9611F0D4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143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A9C6C-F59E-49FF-8880-E5359B02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solidFill>
              <a:srgbClr val="D9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E85FC-AFBD-4466-A458-14EA2D23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Trust Standard Protocol · free standard + optional paid pilots · public alpha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70B3A-9FDF-42F9-B701-B366908D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4365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ai_act_august_2_2026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1C369-585A-4830-A385-FD32B29E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EU has rules. Enforcement needs an artifact.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D9BEA-7DB9-409A-8550-BC2A0700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666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TSP is best framed as a proposed neutral receipt protocol: useful to regulators, auditors, procurement teams and affected users because it avoids private dashboard trust.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E16F7-242D-47DC-AB45-7F27C874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4953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D306C-7289-44F9-8540-C40F9AD6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POLICY POSITION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230D7-726E-478A-B958-F50D9BBB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 serious candidate for the de-facto evidence layer.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2AC61-2E38-4DBC-9566-FBCC76D6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3905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Not a legal regime. Not an approval claim. A signed technical object the legal regime can inspect.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D3C85-BB43-4C5F-B26D-0A1AA121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4095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DA215-F52E-4074-87B1-6F8290D9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71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PROCUREMENT CLAUSE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85C7F-24D6-4C4E-A5EF-F5974A77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338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Supplier shall provide TSP-compatible TrustEnvelopes, or an equivalent independently verifiable signed evidence artifact, for AI outputs in scope.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EA192A-D570-4886-AA86-421F0FE4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9829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4E469-7F7E-4279-A47E-16D7CDEF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E788D3-731B-4BAD-9FD9-A76DE2F7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946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Ask for critique, not endorsement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A6ED30-0CB6-4556-95E6-94C4EFAA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00700"/>
            <a:ext cx="9467850" cy="-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Policy outreach should request standards discussion, sandbox review and procurement language. It should never imply EU approval or guaranteed compliance.</a:t>
            </a:r>
          </a:p>
        </p:txBody>
      </p:sp>
    </p:spTree>
    <p:extLst>
      <p:ext uri="{BB962C8B-B14F-4D97-AF65-F5344CB8AC3E}">
        <p14:creationId xmlns:p14="http://schemas.microsoft.com/office/powerpoint/2010/main" val="4405988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F460A7-62B1-46ED-BB26-6B6EFB39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FBFAF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756AA-C33D-42CD-8C1A-F9AE5A59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254DE-086D-49FF-8E9C-11601CA0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CAMPAIGN RHYTHM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9F297-8A9E-4969-A52D-D0375EFC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143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B64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2D0A4-1D6D-4EB8-864C-4630FF6C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solidFill>
              <a:srgbClr val="D9D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09DDE-ACA4-4108-BDE4-4AE04123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Trust Standard Protocol · free standard + optional paid pilots · public alpha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09BD3-EC73-4087-9F3B-0F855AB0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4365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ai_act_august_2_2026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9B03B-8FF4-45D7-85BC-07AEF20C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685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Four weeks from anxiety to signed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AAD19-753F-437E-B9BB-CBEAA8C9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Every asset must answer five questions: why now, why TSP, what is free, what is paid, and what TSP does not solve.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56014-C8C0-477D-BED3-DB75B5A9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solidFill>
              <a:srgbClr val="D9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1DDCD-1A6C-4C3D-9200-4D0133BE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Week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0A65F-5E2B-4227-B046-D08F5563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384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Launch cliff frame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52849-E613-4A60-91BC-728E9E2C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Landing page, founder post, checklist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78A35-3119-4283-842A-66DF3274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run_demo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CDE299-9139-492A-B886-A45D1A8A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solidFill>
              <a:srgbClr val="D9DE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CE7F4-9262-43E6-B767-7D4BEEA2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18998-0B21-484E-84F1-99E2E7C9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42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Show proof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C746C5-BBEF-474E-B8E6-EA424ADF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Model cards are not runtime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C11317-725E-4BC7-89CC-71F5CD55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433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install_sdk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CD34DB-FF08-4247-B20C-A9CD7ECC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solidFill>
              <a:srgbClr val="D9D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56675E-E503-4A52-9F7C-FFC8C57A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Week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BC57C3-B9DE-40F9-BEEF-8B849611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100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Open policy track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95F446-830A-4DEE-8024-21EC0746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29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Memo, deck, procurement clause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B256E2-DC45-4C8E-8B86-9D761FA2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291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download_policy_memo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711F12-118A-4B3C-A857-7B36ABC5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6"/>
          </a:solidFill>
          <a:ln xmlns:a="http://schemas.openxmlformats.org/drawingml/2006/main" w="0">
            <a:solidFill>
              <a:srgbClr val="D9DE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2BBE2F-E292-432E-BD29-778A2936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Week 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775381-34C0-4D34-95D3-C018C662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958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Convert warm demand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832666-3388-4E29-A871-104D5831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14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30-day pilot evidence pack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A7BBB4-5482-4928-80F3-09AA305F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149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request_pilot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9D0755-C876-450C-A8EC-7C7B19A8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2395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23"/>
          </a:solidFill>
          <a:ln xmlns:a="http://schemas.openxmlformats.org/drawingml/2006/main" w="0">
            <a:solidFill>
              <a:srgbClr val="15192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9BDB26-7AAF-4C60-BC26-328FA4AA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371600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serious question is not why use TSP. It is what is your alternative?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AEEDAF-F684-44AF-91ED-F64EA286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Guardrail: TSP supports evidence and inspection. It does not replace legal, QMS, notified-body, or data-governance work.</a:t>
            </a:r>
          </a:p>
        </p:txBody>
      </p:sp>
    </p:spTree>
    <p:extLst>
      <p:ext uri="{BB962C8B-B14F-4D97-AF65-F5344CB8AC3E}">
        <p14:creationId xmlns:p14="http://schemas.microsoft.com/office/powerpoint/2010/main" val="12532950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2026-05-14T23:30:41.2310000Z</dcterms:created>
  <dcterms:modified xsi:type="dcterms:W3CDTF">2026-05-14T23:30:41.2310000Z</dcterms:modified>
</coreProperties>
</file>